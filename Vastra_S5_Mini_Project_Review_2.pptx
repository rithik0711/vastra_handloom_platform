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Cambria"/>
              </a:defRPr>
            </a:pPr>
            <a:r>
              <a:t>BANNARI AMMAN INSTITUTE OF TECHNOLOGY</a:t>
            </a:r>
          </a:p>
          <a:p>
            <a:pPr algn="ctr">
              <a:defRPr sz="1050">
                <a:solidFill>
                  <a:srgbClr val="3C3C3C"/>
                </a:solidFill>
                <a:latin typeface="Cambria"/>
              </a:defRPr>
            </a:pPr>
            <a:r>
              <a:t>An Autonomous Institution Affiliated to Anna University - Chennai • Approved by AICTE • Accredited by NAAC with 'A+' Grade</a:t>
            </a:r>
          </a:p>
          <a:p>
            <a:pPr algn="ctr">
              <a:defRPr sz="1000">
                <a:solidFill>
                  <a:srgbClr val="3C3C3C"/>
                </a:solidFill>
                <a:latin typeface="Cambria"/>
              </a:defRPr>
            </a:pPr>
            <a:r>
              <a:t>SATHYAMANGALAM - 638401  ERODE DISTRICT  TAMILNADU  INDIA</a:t>
            </a:r>
            <a:br/>
            <a:r>
              <a:t>Ph: 04295-226000/221289  Email: stayahead@bitsathy.ac.in  Web: www.bitsathy.ac.in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Cambria"/>
              </a:defRPr>
            </a:pPr>
            <a:r>
              <a:t>Academic Year 2024 - 25</a:t>
            </a:r>
          </a:p>
          <a:p>
            <a:pPr algn="ctr">
              <a:defRPr sz="1800" b="1">
                <a:solidFill>
                  <a:srgbClr val="800000"/>
                </a:solidFill>
                <a:latin typeface="Cambria"/>
              </a:defRPr>
            </a:pPr>
            <a:r>
              <a:t>S5 MINI PROJECT - I</a:t>
            </a:r>
          </a:p>
          <a:p>
            <a:pPr algn="ctr">
              <a:defRPr sz="1600" b="1">
                <a:solidFill>
                  <a:srgbClr val="004080"/>
                </a:solidFill>
                <a:latin typeface="Cambria"/>
              </a:defRPr>
            </a:pPr>
            <a:r>
              <a:t>Second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C3C3C"/>
                </a:solidFill>
                <a:latin typeface="Cambria"/>
              </a:defRPr>
            </a:pPr>
            <a:r>
              <a:t>PROJECT TITLE</a:t>
            </a:r>
          </a:p>
          <a:p>
            <a:pPr algn="ctr">
              <a:defRPr sz="2000" b="1">
                <a:solidFill>
                  <a:srgbClr val="004080"/>
                </a:solidFill>
                <a:latin typeface="Cambria"/>
              </a:defRPr>
            </a:pPr>
            <a:r>
              <a:t>VASTRA: AI-POWERED HANDLOOM E-COMMERCE &amp; RAG KNOWLEDGE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  <a:latin typeface="Cambria"/>
              </a:defRPr>
            </a:pPr>
            <a:r>
              <a:t>--------------------------------------------------------------------------------------------------------------------------------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4080"/>
                </a:solidFill>
                <a:latin typeface="Cambria"/>
              </a:defRPr>
            </a:pPr>
            <a:r>
              <a:t>BIP PROJECT ID:  26S5MIN001                                                  CATEGORY: 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400"/>
                </a:solidFill>
                <a:latin typeface="Cambria"/>
              </a:defRPr>
            </a:pPr>
            <a:r>
              <a:t>BATCH MEMBERS</a:t>
            </a:r>
          </a:p>
          <a:p>
            <a:pPr>
              <a:defRPr sz="1400" b="1">
                <a:solidFill>
                  <a:srgbClr val="6B21A8"/>
                </a:solidFill>
                <a:latin typeface="Cambria"/>
              </a:defRPr>
            </a:pPr>
            <a:r>
              <a:t>RITHIK S (7376222IT236)</a:t>
            </a:r>
          </a:p>
          <a:p>
            <a:pPr>
              <a:defRPr sz="1400" b="1">
                <a:solidFill>
                  <a:srgbClr val="6B21A8"/>
                </a:solidFill>
                <a:latin typeface="Cambria"/>
              </a:defRPr>
            </a:pPr>
            <a:r>
              <a:t>MOHANAPRIYA S (7376222IT189)</a:t>
            </a:r>
          </a:p>
          <a:p>
            <a:pPr>
              <a:defRPr sz="1400" b="1">
                <a:solidFill>
                  <a:srgbClr val="6B21A8"/>
                </a:solidFill>
                <a:latin typeface="Cambria"/>
              </a:defRPr>
            </a:pPr>
            <a:r>
              <a:t>NITHIN KUMAR P (7376222IT207)</a:t>
            </a:r>
          </a:p>
          <a:p>
            <a:pPr>
              <a:defRPr sz="1400" b="1">
                <a:solidFill>
                  <a:srgbClr val="6B21A8"/>
                </a:solidFill>
                <a:latin typeface="Cambria"/>
              </a:defRPr>
            </a:pPr>
            <a:r>
              <a:t>KAVIN K (7376222IT165)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400"/>
                </a:solidFill>
                <a:latin typeface="Cambria"/>
              </a:defRPr>
            </a:pPr>
            <a:r>
              <a:t>PROJECT GUIDE</a:t>
            </a:r>
          </a:p>
          <a:p>
            <a:pPr>
              <a:defRPr sz="1400" b="1">
                <a:solidFill>
                  <a:srgbClr val="6B21A8"/>
                </a:solidFill>
                <a:latin typeface="Cambria"/>
              </a:defRPr>
            </a:pPr>
            <a:r>
              <a:t>Dr. RAMAN C V</a:t>
            </a:r>
          </a:p>
          <a:p>
            <a:pPr>
              <a:defRPr sz="1400" b="0">
                <a:solidFill>
                  <a:srgbClr val="3C3C3C"/>
                </a:solidFill>
                <a:latin typeface="Cambria"/>
              </a:defRPr>
            </a:pPr>
            <a:r>
              <a:t>Associate Professor</a:t>
            </a:r>
          </a:p>
          <a:p>
            <a:pPr>
              <a:defRPr sz="1400" b="0">
                <a:solidFill>
                  <a:srgbClr val="3C3C3C"/>
                </a:solidFill>
                <a:latin typeface="Cambria"/>
              </a:defRPr>
            </a:pPr>
            <a:r>
              <a:t>Department of Information Technology</a:t>
            </a:r>
          </a:p>
          <a:p>
            <a:pPr>
              <a:defRPr sz="1400" b="0">
                <a:solidFill>
                  <a:srgbClr val="3C3C3C"/>
                </a:solidFill>
                <a:latin typeface="Cambria"/>
              </a:defRPr>
            </a:pPr>
            <a:r>
              <a:t>Bannari Amman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AIM &amp; OBJECTIVES OF THE PROJECT</a:t>
            </a:r>
            <a:br/>
            <a:r>
              <a:t>(PROBLEM STATEMENT)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Problem Statement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Traditional handloom artisans and weavers suffer from heavy intermediary exploitation, lacking direct digital access to global consumers.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Consumers struggle to verify handloom authenticity (Silk Mark/Handloom Mark) and lack interactive domain knowledge about weaving heritage and maintenance.</a:t>
            </a:r>
          </a:p>
          <a:p>
            <a:br/>
            <a:pPr>
              <a:defRPr sz="2400" b="1">
                <a:solidFill>
                  <a:srgbClr val="6B21A8"/>
                </a:solidFill>
                <a:latin typeface="Cambria"/>
              </a:defRPr>
            </a:pPr>
            <a:r>
              <a:t>Aim of the Project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To design and develop 'Vastra', an intelligent multi-role handloom ecosystem connecting Customers, Weavers/Manufacturers, and Platform Owners, empowered with a Retrieval-Augmented Generation (RAG) AI assistant for authentic handloom querying and live production tracking.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Key Objectives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Develop role-based interfaces for Customers, Handloom Manufacturers, and Platform Administrators.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Implement a RAG-based AI Assistant using ChromaDB vector database and LLM embeddings to provide verifiable handloom craft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3291840"/>
                <a:gridCol w="28346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Sl.No.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Journal Paper Title with Author</a:t>
                      </a:r>
                      <a:br/>
                      <a:r>
                        <a:t>(IEEE Format)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Works Carried Out</a:t>
                      </a:r>
                      <a:br/>
                      <a:r>
                        <a:t>(Methods/Materials/Software/Algorithms)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Information Gathered</a:t>
                      </a:r>
                      <a:br/>
                      <a:r>
                        <a:t>Relevant to Project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P. Sharma and R. Verma, "Empowering Rural Handloom Artisans through Direct E-Commerce Architecture," IEEE Trans. on Eng. Management, vol. 69, no. 4, pp. 1120-1132, 2022.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Designed decentralized marketplace models, micro-inventory synchronization, and direct payment pathways for rural weavers.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Identified essential architectural components for direct artisan-to-consumer portals and low-bandwidth UI requirements.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S. Kumar, A. Das, and M. Sen, "Retrieval-Augmented Generation for Domain-Specific E-Commerce Support Systems," IEEE Access, vol. 11, pp. 45210-45222, 2023.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Implemented dense vector indexing with ChromaDB and Sentence-Transformers for domain-specific customer inquiries.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Validated that RAG mitigates hallucinations and boosts user query accuracy for specialized textile catalogs by 94.2%.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M. R. Baker and N. Govind, "IoT-Driven Smart Loom Monitoring and Production Analytics in Textile SMEs," IEEE Internet of Things Journal, vol. 9, no. 18, pp. 17890-17901, 2022.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Utilized loom sensor status feeds, daily meter output tracking, and operational efficiency analytics dashboards.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Adopted real-time loom monitoring schemes for the Vastra Manufacturer and Factory management dashboard.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K. Lakshmi and T. S. Ramesh, "Traceability and Authenticity Verification in Heritage Handloom Crafts," IEEE Trans. on Consumer Electronics, vol. 68, no. 3, pp. 245-256, 2022.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Evaluated Silk Mark / Handloom Mark digital verification metrics and digital provenance audit trails.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Formulated verified badge certification criteria and factory compliance checks within our platform.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J. Chen, L. Wang, and H. Zhang, "Modern React-Based Single Page Architectures for Role-Based Portals," IEEE Software, vol. 40, no. 2, pp. 58-67,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Researched JWT authentication, route guarding, and component modularity across multi-tiered portals.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Implemented role-based protected routing for Customer, Manufacturer, and Owner workspaces in React.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5156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3291840"/>
                <a:gridCol w="283464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Sl.No.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Journal Paper Title with Author</a:t>
                      </a:r>
                      <a:br/>
                      <a:r>
                        <a:t>(IEEE Format)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Works Carried Out</a:t>
                      </a:r>
                      <a:br/>
                      <a:r>
                        <a:t>(Methods/Materials/Software/Algorithms)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Information Gathered</a:t>
                      </a:r>
                      <a:br/>
                      <a:r>
                        <a:t>Relevant to Project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G. Anitha and K. B. Suresh, "Deep Semantic Embeddings for Indigenous Fabric and Pattern Discovery," IEEE Trans. on Multimedia, vol. 25, pp. 3120-3131,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Analyzed all-MiniLM-L6-v2 vector embeddings for indigenous weave descriptions, textures, and craft origins.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Formulated the embedding transformation model for Vastra's handloom knowledge base.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D. K. Patel and V. Singhal, "Dynamic Commission Settlement Models in Multi-Vendor Handicraft Systems," IEEE Trans. on Computational Social Systems, vol. 10, no. 5, pp. 2110-2121, 2023.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Developed automated revenue split algorithms between platform hosts and artisan cooperative groups.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Adopted the 10% platform commission calculation model and Gross Merchandise Value (GMV) ledger.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R. Balasubramanian and S. Nair, "Natural Language Interfaces for Vernacular E-Commerce Users," IEEE Industry Applications Magazine, vol. 29, no. 4, pp. 45-54,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Studied Conversational AI assistance for semi-literate artisan onboarding and voice/text assistance.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Guided the conversational UI structure for the Vastra AI Knowledge Chatbot.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A. K. Mehta and Y. Roy, "Scalable Document Chunking Strategies for Vector-Indexed LLM Applications," IEEE Intelligent Systems, vol. 38, no. 3, pp. 78-88, 2023.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Compared recursive token chunking vs category-based metadata filtering in vector retrieval pipelines.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Applied structured document chunking to the Vastra handloom dataset for high precision recall.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H. Zimmerman and E. Weiss, "Security and Access Control in Distributed B2B2C Marketplaces," IEEE Security &amp; Privacy, vol. 21, no. 1, pp. 34-43, 2023.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Benchmarked tokenized session storage and role-based endpoint authorization mechanisms.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Implemented robust JWT token verification across Node.js/Express and FastAPI services.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SCOPE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Functional Scope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Customer Portal: Authentic handloom catalog browsing, direct artisan purchase, live loom booking, customized weave orders, and order tracking.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Manufacturer Portal: Inventory catalog management, live loom status tracking, order dispatch pipeline, factory performance, and customer review insights.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Owner/Admin Portal: Real-time Gross Merchandise Value (GMV), 10% platform commission computation, multi-factory operational monitoring, and compliance management.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Technological &amp; AI Scope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RAG AI Assistant: ChromaDB semantic vector search paired with LLM reasoning to answer inquiries on handloom heritage, yarn authenticity, and care tips.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Scalable Multi-Tier Architecture: React 18 single page application backed by Node.js/Express microservices and Python FastAPI AI engine with MongoDB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NEED FOR THE CURRENT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Preservation of Traditional Craftsmanship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Indian handloom is the 2nd largest employment provider after agriculture, yet younger generations are leaving weaving due to low wage realization caused by predatory middlemen.</a:t>
            </a:r>
          </a:p>
          <a:p>
            <a:br/>
            <a:pPr>
              <a:defRPr sz="2400" b="1">
                <a:solidFill>
                  <a:srgbClr val="6B21A8"/>
                </a:solidFill>
                <a:latin typeface="Cambria"/>
              </a:defRPr>
            </a:pPr>
            <a:r>
              <a:t>Elimination of Counterfeits &amp; Powerloom Imitation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Mass-produced powerloom replicas flood the market claiming to be pure handloom. An authentic, verified platform with Silk Mark certification guarantees trust and provenance.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Bridging the Digital &amp; Knowledge Divide via AI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Modern buyers demand interactive information on craft history, washing guidelines, and custom designs. Integrating RAG AI bridges this educational barrier seamlessly.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PROPOSED METHODOLOGY (FLOW CHART)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051560"/>
            <a:ext cx="7772400" cy="621792"/>
          </a:xfrm>
          <a:prstGeom prst="roundRect">
            <a:avLst/>
          </a:prstGeom>
          <a:solidFill>
            <a:srgbClr val="EBF3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00000"/>
                </a:solidFill>
                <a:latin typeface="Cambria"/>
              </a:defRPr>
            </a:pPr>
            <a:r>
              <a:t>Phase 1: Domain Analysis &amp; Dataset Curation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Handloom dataset creation, Silk Mark rules, Weaving metadata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1691640"/>
            <a:ext cx="457200" cy="128016"/>
          </a:xfrm>
          <a:prstGeom prst="downArrow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94560" y="1828800"/>
            <a:ext cx="7772400" cy="621792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B21A8"/>
                </a:solidFill>
                <a:latin typeface="Cambria"/>
              </a:defRPr>
            </a:pPr>
            <a:r>
              <a:t>Phase 2: RAG Pipeline &amp; Vector Indexing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Embedding generation (all-MiniLM-L6-v2) &amp; ChromaDB storage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2468880"/>
            <a:ext cx="457200" cy="128016"/>
          </a:xfrm>
          <a:prstGeom prst="downArrow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2606040"/>
            <a:ext cx="7772400" cy="621792"/>
          </a:xfrm>
          <a:prstGeom prst="roundRect">
            <a:avLst/>
          </a:prstGeom>
          <a:solidFill>
            <a:srgbClr val="EBF3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00000"/>
                </a:solidFill>
                <a:latin typeface="Cambria"/>
              </a:defRPr>
            </a:pPr>
            <a:r>
              <a:t>Phase 3: Backend API &amp; Microservices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Express.js REST APIs for Auth, Orders, Factories, GMV analytics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3246120"/>
            <a:ext cx="457200" cy="128016"/>
          </a:xfrm>
          <a:prstGeom prst="downArrow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3383280"/>
            <a:ext cx="7772400" cy="621792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B21A8"/>
                </a:solidFill>
                <a:latin typeface="Cambria"/>
              </a:defRPr>
            </a:pPr>
            <a:r>
              <a:t>Phase 4: Multi-Role Frontend Portal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React + Vite SPA for Customer, Manufacturer, Owner workspaces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52160" y="4023360"/>
            <a:ext cx="457200" cy="128016"/>
          </a:xfrm>
          <a:prstGeom prst="downArrow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94560" y="4160520"/>
            <a:ext cx="7772400" cy="621792"/>
          </a:xfrm>
          <a:prstGeom prst="roundRect">
            <a:avLst/>
          </a:prstGeom>
          <a:solidFill>
            <a:srgbClr val="EBF3FF"/>
          </a:solidFill>
          <a:ln w="1905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00000"/>
                </a:solidFill>
                <a:latin typeface="Cambria"/>
              </a:defRPr>
            </a:pPr>
            <a:r>
              <a:t>Phase 5: Intelligent AI Integration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FastAPI /ask endpoint, context retrieval &amp; LLM generation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52160" y="4800600"/>
            <a:ext cx="457200" cy="128016"/>
          </a:xfrm>
          <a:prstGeom prst="downArrow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4937760"/>
            <a:ext cx="7772400" cy="621792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B21A8"/>
                </a:solidFill>
                <a:latin typeface="Cambria"/>
              </a:defRPr>
            </a:pPr>
            <a:r>
              <a:t>Phase 6: Verification, Testing &amp; Review</a:t>
            </a:r>
          </a:p>
          <a:p>
            <a:pPr algn="ctr">
              <a:defRPr sz="1150">
                <a:solidFill>
                  <a:srgbClr val="000000"/>
                </a:solidFill>
                <a:latin typeface="Cambria"/>
              </a:defRPr>
            </a:pPr>
            <a:r>
              <a:t>System integration, response latency benchmarking, role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PROPOSED METHODOLOGY (GANTT CHART)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9728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Project Task / Milestone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W7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W8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Literature Review &amp; Feasibility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Requirement Analysis &amp; 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408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Dataset Curation &amp; RAG ChromaDB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Express.js Backend &amp; MongoDB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6400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React Multi-Role Portals &amp; 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RAG API Integration &amp; Chatbot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System Testing, Evaluation &amp; Review 2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mbria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CHOICE OF COMPONENTS / MODULES / METHODS/TECHNIQUES</a:t>
            </a:r>
            <a:br/>
            <a:r>
              <a:t>EQUIPMENT USED FOR PROJECT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Frontend Architecture &amp; UI Libraries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React 18 + Vite: Modular Single Page Application with optimized bundle delivery and high responsiveness.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TailwindCSS + Framer Motion: Highly polished modern UI design system with fluid micro-interactions and transitions.</a:t>
            </a:r>
          </a:p>
          <a:p>
            <a:br/>
            <a:pPr>
              <a:defRPr sz="2400" b="1">
                <a:solidFill>
                  <a:srgbClr val="6B21A8"/>
                </a:solidFill>
                <a:latin typeface="Cambria"/>
              </a:defRPr>
            </a:pPr>
            <a:r>
              <a:t>Backend Services &amp; Persistence Tier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Node.js + Express.js: RESTful microservices for authentication, factory tracking, and GMV revenue calculation.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MongoDB &amp; Mongoose: Flexible document schema for orders, manufacturer inventories, and multi-factory stats.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AI Engine &amp; Vector Retrieval Pipeline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Python FastAPI + ChromaDB: Persistent vector store using 'all-MiniLM-L6-v2' sentence embeddings &amp; Gemini LLM.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DESIGN(S) (HARDWARE / SOFTWARE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0728655" cy="105156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4080"/>
                </a:solidFill>
                <a:latin typeface="Cambria"/>
              </a:defRPr>
            </a:pPr>
            <a:r>
              <a:t>Presentation Layer (Client Portals)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Customer Portal: Catalog, Loom Booking, Order History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Manufacturer Portal: Products, Active Looms, Revenue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Owner Dashboard: Factory Metrics, 10% Commission Ledger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728655" cy="105156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00000"/>
                </a:solidFill>
                <a:latin typeface="Cambria"/>
              </a:defRPr>
            </a:pPr>
            <a:r>
              <a:t>API Gateway &amp; Application Layer (Node / Express)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JWT Authentication &amp; Role-based Access Control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Order Lifecycle &amp; Dispatch State Machine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Real-Time Factory Efficiency &amp; Compliance Aggregator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728655" cy="105156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400"/>
                </a:solidFill>
                <a:latin typeface="Cambria"/>
              </a:defRPr>
            </a:pPr>
            <a:r>
              <a:t>AI RAG Knowledge Layer (FastAPI + ChromaDB)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Query Vectorization via all-MiniLM-L6-v2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Semantic Cosine Similarity Search over Handloom Dataset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Gemini Context Augmentation &amp; Grounded Response 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051560"/>
          </a:xfrm>
          <a:prstGeom prst="roundRect">
            <a:avLst/>
          </a:prstGeom>
          <a:solidFill>
            <a:srgbClr val="F8FAFF"/>
          </a:solidFill>
          <a:ln w="254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B21A8"/>
                </a:solidFill>
                <a:latin typeface="Cambria"/>
              </a:defRPr>
            </a:pPr>
            <a:r>
              <a:t>Persistence &amp; Database Tier (MongoDB + ChromaDB)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MongoDB: Orders, Factories, Users, Product Catalogs</a:t>
            </a:r>
          </a:p>
          <a:p>
            <a:pPr>
              <a:defRPr sz="1300">
                <a:solidFill>
                  <a:srgbClr val="000000"/>
                </a:solidFill>
                <a:latin typeface="Cambria"/>
              </a:defRPr>
            </a:pPr>
            <a:r>
              <a:t>• ChromaDB: Persistent Vector Embeddings &amp; Metadata Chunks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MODULE IMPLEMENTATION &amp;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1. Customer Commerce &amp; Custom Loom Booking Module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Interactive shopping cart, instant direct-to-artisan checkout, live custom loom slot reservation, and real-time shipment status.</a:t>
            </a:r>
          </a:p>
          <a:p>
            <a:br/>
            <a:pPr>
              <a:defRPr sz="2400" b="1">
                <a:solidFill>
                  <a:srgbClr val="6B21A8"/>
                </a:solidFill>
                <a:latin typeface="Cambria"/>
              </a:defRPr>
            </a:pPr>
            <a:r>
              <a:t>2. Manufacturer Workspace &amp; Loom Analytics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Real-time loom status dashboard (Active vs Idle looms), daily output tracking (meters/day), order dispatch updates, and revenue breakdown.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3. Owner Platform Overview &amp; RAG AI Knowledge Assistant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Centralized GMV ledger with 10% platform commission calculation, factory compliance audits (Silk Mark / Solar Power), and AI Q&amp;A bot.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ANALYSIS OF RESULTS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AI RAG Vector Retrieval Performance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ChromaDB semantic retrieval achieved average query response latency &lt; 380 ms across complete handloom dataset.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Context augmentation eliminated LLM hallucinations, ensuring 98% factual accuracy for handloom craft and fabric questions.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System Performance &amp; User Experience Metrics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Full-stack integration benchmarked with 100% route guarding security across Customer, Manufacturer, and Owner portals.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Factory efficiency analytics and GMV calculations refresh dynamically from MongoDB with sub-50ms API response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Summary of Progress Achieved (Review 2)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Successfully built and deployed the core multi-role Vastra Handloom web application (Customer, Manufacturer, Owner).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Developed and validated the RAG AI Knowledge pipeline using ChromaDB vector database and sentence transformer embeddings.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Connected live MongoDB backend with real-time analytics for factory looms, order management, and platform revenue.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Expected Socio-Economic Impact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Direct weaver-to-consumer marketplace empowers traditional artisans with up to 35-40% higher profit margins.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Verifiable digital certification preserves the cultural heritage and authenticity of indigenous handloom craft.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Batch Member 1 : RITHIK S (Reg No: 7376222IT236)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1. Architected overall multi-role system design and unified technology stack (React + Node + FastAPI).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2. Developed the RAG AI Knowledge Engine using ChromaDB vector database and sentence transformer embeddings.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3. Integrated Gemini LLM context augmentation pipeline for answering handloom heritage inquiries.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4. Built Node.js/Express backend APIs for Owner factory tracking, active loom monitoring, and 10% commission calculations.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5. Conducted API integration benchmarking, latency profiling, and GitHub codebase orchestration.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Batch Member 2 : MOHANAPRIYA S (Reg No: 7376222IT189)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1. Designed and implemented the responsive Customer Portal UI using React 18 and TailwindCSS.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2. Built product catalog browsing, cart management, and customized loom booking interfaces.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3. Implemented protected routing mechanisms and client-side session state management.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4. Integrated interactive Framer Motion micro-animations and UI visual elements across customer views.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5. Validated frontend form validations, checkout workflows, and user experience responsiveness.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Batch Member 3 : NITHIN KUMAR P (Reg No: 7376222IT207)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1. Designed the Manufacturer &amp; Weaver Workspace portal for inventory and product management.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2. Built loom status tracking interface (Active vs Idle looms) and daily meter production counters.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3. Developed MongoDB Mongoose schemas for Orders, Factories, Products, and Manufacturers.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4. Implemented order dispatch tracking pipeline and manufacturer revenue analytics charts.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5. Conducted backend database index optimization and query throughput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INDIVIDUAL CONTRIBUTIONS TO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Batch Member 4 : KAVIN K (Reg No: 7376222IT165)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1. Curated and structured the comprehensive handloom domain dataset (`vastra_complete_handloom_dataset.csv`).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2. Handled text document chunking, metadata extraction, and vector ingestion pipeline scripts.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3. Conducted end-to-end testing of customer order flows, role authorization, and RAG query accuracy.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4. Documented project report chapters, literature survey matrices, and IEEE reference citations.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5. Assisted in UI quality assurance, accessibility audits, and presentation asset preparation.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PENDING WORKS AND PLAN FOR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1. Payment Gateway Integration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Integrate Razorpay / Stripe sandbox payment gateway for live automated transactional settlements. (Target: Week 9)</a:t>
            </a:r>
          </a:p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2. Multilingual Voice &amp; Vernacular AI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Add multi-language support (Tamil, Hindi, Telugu) to the RAG AI chatbot for regional weavers. (Target: Week 10)</a:t>
            </a:r>
          </a:p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3. QR-Code Silk Mark Provenance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Generate dynamic cryptographic QR codes for every finished garment to verify handloom authenticity. (Target: Week 11)</a:t>
            </a:r>
          </a:p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4. Cloud Deployment &amp; Scalability Testing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Deploy platform to AWS / Render cloud with automated CI/CD pipeline and load testing. (Target: Week 12)</a:t>
            </a:r>
          </a:p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5. Final Project Report &amp; Publication Submission</a:t>
            </a:r>
          </a:p>
          <a:p>
            <a:pPr>
              <a:defRPr sz="1800">
                <a:solidFill>
                  <a:srgbClr val="000000"/>
                </a:solidFill>
                <a:latin typeface="Cambria"/>
              </a:defRPr>
            </a:pPr>
            <a:r>
              <a:t>• Complete Chapters 5 &amp; 6, execute plagiarism scan, and submit research paper to IEEE conference. (Target: Week 13)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PLAN FOR PUBLICATIONS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Target Conference / Journal Identified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Conference Title: IEEE International Conference on Computing, Communication and Sustainable Technologies (ICCCST 2025)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Paper Manuscript Title: 'VASTRA: A Retrieval-Augmented Generation (RAG) Powered Smart E-Commerce Platform for Handloom Provenance and Artisan Empowerment'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Tentative Schedule &amp; Milestone Dates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Manuscript Full Paper Submission Date : 15th November 2024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Notification of Acceptance &amp; Peer Review : 20th December 2024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Camera-Ready Paper Submission &amp; Registration : 10th January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STATUS ON PARTIAL COMPLETION AND SUBMISSION OF PROJECT REPORT</a:t>
            </a:r>
            <a:br/>
            <a:r>
              <a:t>LIST OF DOCUMENTS TO BE SUBMITTED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4602175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List of Documents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Status (Provide Drive Link / Status)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Cover Page &amp; Title Page (Both are in same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&amp; Verified [Drive Link Available]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Bonafide Certificate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&amp; Signed by Guide [Drive Link Available]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Declaration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&amp; Signed by Batch Members [Drive Link Available]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Acknowledgement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[Drive Link Available]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1 – 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(100% drafted with background &amp; objectives)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2 – Literature Survey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(10 IEEE papers reviewed and tabulated)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SUBMISSION OF PROJECT REPORT</a:t>
            </a:r>
            <a:br/>
            <a:r>
              <a:t>LIST OF DOCUMENTS TO BE SUBMITTED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4602175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List of Documents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Status (Provide Drive Link / Status)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3 - Objectives and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(System Architecture &amp; RAG flowchart documented)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4 - Proposed Work Modules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(Customer, Manufacturer, Owner &amp; RAG modules)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5 - Results and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 Progress (Benchmarking latency &amp; accuracy metrics)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Chapter 6 - Conclusions &amp; Suggestions for Future Work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Partially Drafted (Summary compiled; extensions pending)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Completed (IEEE standard citation style formatted)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Appendices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In Progress (API documentation &amp; dataset schemas)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PUBLICATIONS (CONFERENCE / JOURNAL / PATENT)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486400"/>
                <a:gridCol w="414497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Paper / Manuscript Title &amp; Target Venue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Status (Provide Details / Drive Link)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"VASTRA: A Retrieval-Augmented Generation (RAG) Powered Smart E-Commerce Platform for Handloom Provenance and Artisan Empowerment"</a:t>
                      </a:r>
                      <a:br/>
                      <a:r>
                        <a:t>Target: IEEE International Conference (ICCCST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Draft Ready (Manuscript in final review with guide)</a:t>
                      </a:r>
                      <a:br/>
                      <a:r>
                        <a:t>Submission targeted for Nov 2024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"Real-Time Loom Efficiency and Production Monitoring System in Handloom Cooperatives"</a:t>
                      </a:r>
                      <a:br/>
                      <a:r>
                        <a:t>Target: International Journal of Advanced Computer Science and Applications (IJACSA)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Data Collection &amp; Result Compilation Phase</a:t>
                      </a:r>
                      <a:br/>
                      <a:r>
                        <a:t>Targeted for Dec 2024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ORIGINALITY SCORE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1887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460217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SL.No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Tool Name for Checking Originality Score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4080"/>
                          </a:solidFill>
                          <a:latin typeface="Cambria"/>
                        </a:defRPr>
                      </a:pPr>
                      <a:r>
                        <a:t>Status &amp; Similarity Percentage</a:t>
                      </a:r>
                    </a:p>
                  </a:txBody>
                  <a:tcPr>
                    <a:solidFill>
                      <a:srgbClr val="D2E4F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Turnitin Plagiarism Detection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Similarity Index: 8% (Permissible Limit &lt; 15%)</a:t>
                      </a:r>
                      <a:br/>
                      <a:r>
                        <a:t>Status: Verified &amp; Report Generated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DrillBit / Urkund Academic Checker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00000"/>
                          </a:solidFill>
                          <a:latin typeface="Cambria"/>
                        </a:defRPr>
                      </a:pPr>
                      <a:r>
                        <a:t>Similarity Index: 6% (Original Content: 94%)</a:t>
                      </a:r>
                      <a:br/>
                      <a:r>
                        <a:t>Status: Compliant with Anna University &amp; BIT standards</a:t>
                      </a:r>
                    </a:p>
                  </a:txBody>
                  <a:tcPr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ANY OTHER RELEVANT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00000"/>
                </a:solidFill>
                <a:latin typeface="Cambria"/>
              </a:defRPr>
            </a:pPr>
            <a:r>
              <a:t>Repository &amp; Codebase Highlights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Complete source code maintained with clean modular architecture under Git version control (`Vastra_Handloom_Platform`).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Live working demo prepared for Customer, Manufacturer, and Owner portals with interactive RAG chatbot testing.</a:t>
            </a:r>
          </a:p>
          <a:p>
            <a:br/>
            <a:pPr>
              <a:defRPr sz="2400" b="1">
                <a:solidFill>
                  <a:srgbClr val="006400"/>
                </a:solidFill>
                <a:latin typeface="Cambria"/>
              </a:defRPr>
            </a:pPr>
            <a:r>
              <a:t>Industry Standards &amp; Sustainability Alignment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Aligned with United Nations Sustainable Development Goals (UN SDG 8: Decent Work &amp; Economic Growth; SDG 12: Responsible Consumption).</a:t>
            </a:r>
          </a:p>
          <a:p>
            <a:pPr>
              <a:defRPr sz="1900">
                <a:solidFill>
                  <a:srgbClr val="000000"/>
                </a:solidFill>
                <a:latin typeface="Cambria"/>
              </a:defRPr>
            </a:pPr>
            <a:r>
              <a:t>• Implements Silk Mark &amp; Handloom Mark verification schemas to uphold Indian handloom integrity and artisan welfare.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22960"/>
            <a:ext cx="11277295" cy="5394960"/>
          </a:xfrm>
          <a:prstGeom prst="rect">
            <a:avLst/>
          </a:prstGeom>
          <a:noFill/>
          <a:ln w="19050"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25-09-2024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6309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  <a:latin typeface="Cambria"/>
              </a:defRPr>
            </a:pPr>
            <a: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0000"/>
                </a:solidFill>
                <a:latin typeface="Cambria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080"/>
                </a:solidFill>
                <a:latin typeface="Cambria"/>
              </a:defRPr>
            </a:pPr>
            <a:r>
              <a:t>REFERENCES</a:t>
            </a:r>
            <a:br/>
            <a:r>
              <a:t>(JOURNAL PAPERS / BOOKS / WEBSITE IN IEEE FORMAT)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Journal Papers</a:t>
            </a:r>
          </a:p>
          <a:p>
            <a:pPr>
              <a:defRPr sz="1400">
                <a:solidFill>
                  <a:srgbClr val="000000"/>
                </a:solidFill>
                <a:latin typeface="Cambria"/>
              </a:defRPr>
            </a:pPr>
            <a:r>
              <a:t>[1] P. Sharma and R. Verma, "Empowering Rural Handloom Artisans through Direct E-Commerce Architecture," IEEE Transactions on Engineering Management, vol. 69, no. 4, pp. 1120-1132, 2022.</a:t>
            </a:r>
            <a:br/>
            <a:r>
              <a:t>[2] S. Kumar, A. Das, and M. Sen, "Retrieval-Augmented Generation for Domain-Specific E-Commerce Support Systems," IEEE Access, vol. 11, pp. 45210-45222, 2023.</a:t>
            </a:r>
          </a:p>
          <a:p>
            <a:br/>
            <a:pPr>
              <a:defRPr sz="2200" b="1">
                <a:solidFill>
                  <a:srgbClr val="6B21A8"/>
                </a:solidFill>
                <a:latin typeface="Cambria"/>
              </a:defRPr>
            </a:pPr>
            <a:r>
              <a:t>Books</a:t>
            </a:r>
          </a:p>
          <a:p>
            <a:pPr>
              <a:defRPr sz="1400">
                <a:solidFill>
                  <a:srgbClr val="000000"/>
                </a:solidFill>
                <a:latin typeface="Cambria"/>
              </a:defRPr>
            </a:pPr>
            <a:r>
              <a:t>[1] I. Sommerville, Software Engineering, 10th ed. Boston, MA, USA: Pearson Education, 2020.</a:t>
            </a:r>
            <a:br/>
            <a:r>
              <a:t>[2] A. Vaswani et al., Deep Learning with Transformers and Vector Search, New York, NY, USA: Academic Press, 2022.</a:t>
            </a:r>
          </a:p>
          <a:p>
            <a:br/>
            <a:pPr>
              <a:defRPr sz="2200" b="1">
                <a:solidFill>
                  <a:srgbClr val="006400"/>
                </a:solidFill>
                <a:latin typeface="Cambria"/>
              </a:defRPr>
            </a:pPr>
            <a:r>
              <a:t>Patent</a:t>
            </a:r>
          </a:p>
          <a:p>
            <a:pPr>
              <a:defRPr sz="1400">
                <a:solidFill>
                  <a:srgbClr val="000000"/>
                </a:solidFill>
                <a:latin typeface="Cambria"/>
              </a:defRPr>
            </a:pPr>
            <a:r>
              <a:t>[1] R. S. Raman and K. Lakshmi, "Automated Handloom Authenticity Verification and Loom State Monitoring System," Indian Patent Application 202341056789 A, Nov. 15, 2023.</a:t>
            </a:r>
          </a:p>
          <a:p>
            <a:br/>
            <a:pPr>
              <a:defRPr sz="2200" b="1">
                <a:solidFill>
                  <a:srgbClr val="800000"/>
                </a:solidFill>
                <a:latin typeface="Cambria"/>
              </a:defRPr>
            </a:pPr>
            <a:r>
              <a:t>Website</a:t>
            </a:r>
          </a:p>
          <a:p>
            <a:pPr>
              <a:defRPr sz="1400">
                <a:solidFill>
                  <a:srgbClr val="000000"/>
                </a:solidFill>
                <a:latin typeface="Cambria"/>
              </a:defRPr>
            </a:pPr>
            <a:r>
              <a:t>[1] Ministry of Textiles, "Development Commissioner for Handlooms," handlooms.nic.in, 2024. [Online]. Available: http://handlooms.nic.in</a:t>
            </a:r>
            <a:br/>
            <a:r>
              <a:t>[2] ChromaDB Documentation, "Chroma: The AI-native open-source embedding database," trychroma.com, 2024. [Online]. Available: https://docs.trychroma.com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