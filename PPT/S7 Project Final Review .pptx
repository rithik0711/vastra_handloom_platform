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80" r:id="rId3"/>
    <p:sldId id="257" r:id="rId4"/>
    <p:sldId id="262" r:id="rId5"/>
    <p:sldId id="277" r:id="rId6"/>
    <p:sldId id="278" r:id="rId7"/>
    <p:sldId id="260" r:id="rId8"/>
    <p:sldId id="282" r:id="rId9"/>
    <p:sldId id="261" r:id="rId10"/>
    <p:sldId id="263" r:id="rId11"/>
    <p:sldId id="265" r:id="rId12"/>
    <p:sldId id="268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297820-F640-410F-8F13-8C40F32D862F}">
  <a:tblStyle styleId="{07297820-F640-410F-8F13-8C40F32D86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2233" autoAdjust="0"/>
  </p:normalViewPr>
  <p:slideViewPr>
    <p:cSldViewPr snapToGrid="0">
      <p:cViewPr varScale="1">
        <p:scale>
          <a:sx n="91" d="100"/>
          <a:sy n="91" d="100"/>
        </p:scale>
        <p:origin x="36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3643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3578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5573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836032" y="1236704"/>
            <a:ext cx="9144000" cy="100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dirty="0">
                <a:latin typeface="Cambria"/>
                <a:ea typeface="Cambria"/>
                <a:cs typeface="Cambria"/>
                <a:sym typeface="Cambria"/>
              </a:rPr>
              <a:t>Academic Year 2025 - 26 </a:t>
            </a:r>
            <a:br>
              <a:rPr lang="en-US" sz="1800" b="1">
                <a:latin typeface="Cambria"/>
                <a:ea typeface="Cambria"/>
                <a:cs typeface="Cambria"/>
                <a:sym typeface="Cambria"/>
              </a:rPr>
            </a:br>
            <a:r>
              <a:rPr lang="en-US" sz="18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S7 </a:t>
            </a:r>
            <a:r>
              <a:rPr lang="en-US" sz="1800" b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PROJECT </a:t>
            </a:r>
            <a:r>
              <a:rPr lang="en-US" sz="18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- I</a:t>
            </a:r>
            <a:br>
              <a:rPr lang="en-US" sz="1800" b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1800" b="1" dirty="0">
                <a:latin typeface="Cambria"/>
                <a:ea typeface="Cambria"/>
                <a:cs typeface="Cambria"/>
                <a:sym typeface="Cambria"/>
              </a:rPr>
              <a:t>Final Review</a:t>
            </a:r>
            <a:endParaRPr sz="18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836025" y="2204425"/>
            <a:ext cx="9028500" cy="12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</a:pPr>
            <a:r>
              <a:rPr lang="en-US" b="1" dirty="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PROJECT TITLE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</a:pPr>
            <a:endParaRPr lang="en-US" b="1" dirty="0">
              <a:solidFill>
                <a:srgbClr val="38562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4435" y="0"/>
            <a:ext cx="7675419" cy="130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557069" y="5028027"/>
            <a:ext cx="5226900" cy="14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BATCH MEMBER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5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RITHIKESWARAN M(7376232IT239)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5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sz="15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408032" y="4914646"/>
            <a:ext cx="4977066" cy="14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GUIDE 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6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Dr. SRI VINITHA V(IT10395)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5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ASSISTANT PROFESSOR III</a:t>
            </a:r>
          </a:p>
          <a:p>
            <a:pPr algn="ctr">
              <a:spcBef>
                <a:spcPts val="600"/>
              </a:spcBef>
              <a:buClr>
                <a:srgbClr val="7030A0"/>
              </a:buClr>
              <a:buSzPts val="1800"/>
            </a:pPr>
            <a:r>
              <a:rPr lang="en-US" sz="15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1518016" y="3427825"/>
            <a:ext cx="2937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BIP PROJECT 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26S5MIN</a:t>
            </a:r>
            <a:r>
              <a:rPr lang="en-US" sz="1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277</a:t>
            </a: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5747192" y="3427825"/>
            <a:ext cx="6137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CATERGORY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INTERNAL</a:t>
            </a: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800" b="1" dirty="0">
                <a:solidFill>
                  <a:srgbClr val="385623"/>
                </a:solidFill>
              </a:rPr>
              <a:t>24-10-2025</a:t>
            </a:r>
          </a:p>
        </p:txBody>
      </p:sp>
      <p:sp>
        <p:nvSpPr>
          <p:cNvPr id="137" name="Google Shape;13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FINAL REVIEW PRESENTATION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138" name="Google Shape;13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  <a:t>2</a:t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Problem and Solution</a:t>
            </a:r>
            <a:endParaRPr sz="2400" b="1" dirty="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547775" y="1013975"/>
            <a:ext cx="5352900" cy="1908184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673AB7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Problem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chemeClr val="accent5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chemeClr val="accent5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chemeClr val="accent5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5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177050" y="1013975"/>
            <a:ext cx="5352900" cy="1908184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 dirty="0">
                <a:solidFill>
                  <a:srgbClr val="673AB7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Solution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200" b="1" dirty="0">
              <a:solidFill>
                <a:srgbClr val="673AB7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200" b="1" dirty="0">
              <a:solidFill>
                <a:srgbClr val="673AB7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200" b="1" dirty="0">
              <a:solidFill>
                <a:srgbClr val="673AB7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 dirty="0">
              <a:solidFill>
                <a:srgbClr val="673AB7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2605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838200" y="983675"/>
            <a:ext cx="4300500" cy="5193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673AB7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Aim</a:t>
            </a:r>
            <a:endParaRPr sz="2400" b="1" dirty="0">
              <a:solidFill>
                <a:srgbClr val="673AB7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2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800" b="1" dirty="0">
                <a:solidFill>
                  <a:srgbClr val="385623"/>
                </a:solidFill>
              </a:rPr>
              <a:t>24-10-2025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FINAL REVIEW PRESENTATION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  <a:t>3</a:t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AIM &amp; OBJECTIVES OF THE PROJECT </a:t>
            </a:r>
            <a:b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(Problem Statement)</a:t>
            </a:r>
            <a:endParaRPr sz="2400" b="1" dirty="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5421400" y="990225"/>
            <a:ext cx="6146400" cy="5193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en-US" sz="2400" b="1" dirty="0">
                <a:solidFill>
                  <a:srgbClr val="673AB7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sz="2400" b="1" dirty="0">
              <a:solidFill>
                <a:srgbClr val="673AB7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61111"/>
              <a:buNone/>
            </a:pPr>
            <a:endParaRPr sz="2000" b="1" dirty="0">
              <a:solidFill>
                <a:srgbClr val="673AB7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2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solidFill>
                  <a:srgbClr val="385623"/>
                </a:solidFill>
              </a:rPr>
              <a:t>2</a:t>
            </a:r>
            <a:r>
              <a:rPr lang="en-US" sz="1200" b="1" dirty="0">
                <a:solidFill>
                  <a:srgbClr val="385623"/>
                </a:solidFill>
              </a:rPr>
              <a:t>4-10-2025</a:t>
            </a:r>
          </a:p>
        </p:txBody>
      </p:sp>
      <p:sp>
        <p:nvSpPr>
          <p:cNvPr id="147" name="Google Shape;14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/>
                </a:solidFill>
              </a:rPr>
              <a:t>FINAL REVIEW PRESENTATION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accent6"/>
                </a:solidFill>
              </a:rPr>
              <a:t>4</a:t>
            </a:fld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PROPOSED METHODOLOGY ( Flow Chart) </a:t>
            </a:r>
            <a:endParaRPr sz="2400" b="1" dirty="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1596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8523" y="610562"/>
            <a:ext cx="403225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b="1" dirty="0">
                <a:solidFill>
                  <a:srgbClr val="2F5496"/>
                </a:solidFill>
              </a:rPr>
              <a:t>LITERATURE</a:t>
            </a:r>
            <a:r>
              <a:rPr sz="3200" b="1" spc="-110" dirty="0">
                <a:solidFill>
                  <a:srgbClr val="2F5496"/>
                </a:solidFill>
              </a:rPr>
              <a:t> </a:t>
            </a:r>
            <a:r>
              <a:rPr sz="3200" b="1" spc="-10" dirty="0">
                <a:solidFill>
                  <a:srgbClr val="2F5496"/>
                </a:solidFill>
              </a:rPr>
              <a:t>SURVEY</a:t>
            </a:r>
            <a:endParaRPr sz="32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923925" y="6414262"/>
            <a:ext cx="10344150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  <a:tabLst>
                <a:tab pos="3842385" algn="l"/>
                <a:tab pos="10227945" algn="l"/>
              </a:tabLst>
            </a:pPr>
            <a:r>
              <a:rPr lang="en-US" sz="1800" spc="-10" dirty="0">
                <a:solidFill>
                  <a:srgbClr val="0070C0"/>
                </a:solidFill>
                <a:latin typeface="Arial MT"/>
                <a:cs typeface="Arial MT"/>
              </a:rPr>
              <a:t>24-10-2025</a:t>
            </a:r>
            <a:r>
              <a:rPr sz="1800" dirty="0">
                <a:solidFill>
                  <a:srgbClr val="0070C0"/>
                </a:solidFill>
                <a:latin typeface="Arial MT"/>
                <a:cs typeface="Arial MT"/>
              </a:rPr>
              <a:t>	</a:t>
            </a:r>
            <a:r>
              <a:rPr lang="en-US" sz="1800" dirty="0">
                <a:solidFill>
                  <a:srgbClr val="0070C0"/>
                </a:solidFill>
                <a:latin typeface="Cambria"/>
                <a:cs typeface="Cambria"/>
              </a:rPr>
              <a:t>FINAL</a:t>
            </a:r>
            <a:r>
              <a:rPr sz="1800" spc="-8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70C0"/>
                </a:solidFill>
                <a:latin typeface="Cambria"/>
                <a:cs typeface="Cambria"/>
              </a:rPr>
              <a:t>REVIEW</a:t>
            </a:r>
            <a:r>
              <a:rPr sz="1800" spc="-8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ambria"/>
                <a:cs typeface="Cambria"/>
              </a:rPr>
              <a:t>PRESENTATION</a:t>
            </a:r>
            <a:r>
              <a:rPr sz="1800" dirty="0">
                <a:solidFill>
                  <a:srgbClr val="0070C0"/>
                </a:solidFill>
                <a:latin typeface="Cambria"/>
                <a:cs typeface="Cambria"/>
              </a:rPr>
              <a:t>	</a:t>
            </a:r>
            <a:r>
              <a:rPr lang="en-US" sz="1800" spc="-50" dirty="0">
                <a:solidFill>
                  <a:srgbClr val="0070C0"/>
                </a:solidFill>
                <a:latin typeface="Calibri"/>
                <a:cs typeface="Calibri"/>
              </a:rPr>
              <a:t>5</a:t>
            </a: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638375"/>
              </p:ext>
            </p:extLst>
          </p:nvPr>
        </p:nvGraphicFramePr>
        <p:xfrm>
          <a:off x="112948" y="1381262"/>
          <a:ext cx="11963401" cy="4530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9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26670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Sl.No.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Paper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Title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439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Works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carried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out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of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85725" marR="1701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Methods/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Materials/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Software/</a:t>
                      </a:r>
                      <a:r>
                        <a:rPr sz="18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Algorithms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/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fabrication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techniques/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components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85725" marR="29591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gathered relevant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project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8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98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9875" y="229993"/>
            <a:ext cx="403225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b="1" dirty="0">
                <a:solidFill>
                  <a:srgbClr val="2F5496"/>
                </a:solidFill>
              </a:rPr>
              <a:t>LITERATURE</a:t>
            </a:r>
            <a:r>
              <a:rPr sz="3200" b="1" spc="-110" dirty="0">
                <a:solidFill>
                  <a:srgbClr val="2F5496"/>
                </a:solidFill>
              </a:rPr>
              <a:t> </a:t>
            </a:r>
            <a:r>
              <a:rPr sz="3200" b="1" spc="-10" dirty="0">
                <a:solidFill>
                  <a:srgbClr val="2F5496"/>
                </a:solidFill>
              </a:rPr>
              <a:t>SURVEY</a:t>
            </a:r>
            <a:endParaRPr sz="32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923925" y="6414262"/>
            <a:ext cx="10344150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  <a:tabLst>
                <a:tab pos="3842385" algn="l"/>
                <a:tab pos="10227945" algn="l"/>
              </a:tabLst>
            </a:pPr>
            <a:r>
              <a:rPr lang="en-US" sz="1800" spc="-10" dirty="0">
                <a:solidFill>
                  <a:srgbClr val="0070C0"/>
                </a:solidFill>
                <a:latin typeface="Arial MT"/>
                <a:cs typeface="Arial MT"/>
              </a:rPr>
              <a:t>24-10-2025</a:t>
            </a:r>
            <a:r>
              <a:rPr lang="en-US" sz="1800" dirty="0">
                <a:solidFill>
                  <a:srgbClr val="0070C0"/>
                </a:solidFill>
                <a:latin typeface="Arial MT"/>
                <a:cs typeface="Arial MT"/>
              </a:rPr>
              <a:t>	</a:t>
            </a:r>
            <a:r>
              <a:rPr lang="en-US" sz="1800" dirty="0">
                <a:solidFill>
                  <a:srgbClr val="0070C0"/>
                </a:solidFill>
                <a:latin typeface="Cambria"/>
                <a:cs typeface="Cambria"/>
              </a:rPr>
              <a:t>FINAL</a:t>
            </a:r>
            <a:r>
              <a:rPr lang="en-US" sz="1800" spc="-8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ambria"/>
                <a:cs typeface="Cambria"/>
              </a:rPr>
              <a:t>REVIEW</a:t>
            </a:r>
            <a:r>
              <a:rPr lang="en-US" sz="1800" spc="-8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lang="en-US" sz="1800" spc="-10" dirty="0">
                <a:solidFill>
                  <a:srgbClr val="0070C0"/>
                </a:solidFill>
                <a:latin typeface="Cambria"/>
                <a:cs typeface="Cambria"/>
              </a:rPr>
              <a:t>PRESENTATION</a:t>
            </a:r>
            <a:r>
              <a:rPr lang="en-US" sz="1800" dirty="0">
                <a:solidFill>
                  <a:srgbClr val="0070C0"/>
                </a:solidFill>
                <a:latin typeface="Cambria"/>
                <a:cs typeface="Cambria"/>
              </a:rPr>
              <a:t>	</a:t>
            </a:r>
            <a:r>
              <a:rPr lang="en-US" sz="1800" spc="-50" dirty="0">
                <a:solidFill>
                  <a:srgbClr val="0070C0"/>
                </a:solidFill>
                <a:latin typeface="Calibri"/>
                <a:cs typeface="Calibri"/>
              </a:rPr>
              <a:t>6</a:t>
            </a:r>
            <a:endParaRPr lang="en-US" sz="1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146532"/>
              </p:ext>
            </p:extLst>
          </p:nvPr>
        </p:nvGraphicFramePr>
        <p:xfrm>
          <a:off x="76200" y="1061049"/>
          <a:ext cx="12039600" cy="47818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957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40640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Sl.No.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References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Papers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Only)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439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Works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carried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out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of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5725" marR="1701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Methods/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Materials/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Software/</a:t>
                      </a:r>
                      <a:r>
                        <a:rPr sz="18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Algorithms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/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fabrication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techniques/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components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85725" marR="29591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gathered relevant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project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60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lang="en-IN" sz="1800" dirty="0">
                        <a:latin typeface="+mn-lt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00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lang="en-US"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24-10-2025</a:t>
            </a:r>
          </a:p>
        </p:txBody>
      </p:sp>
      <p:sp>
        <p:nvSpPr>
          <p:cNvPr id="129" name="Google Shape;12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FINAL REVIEW PRESENTATION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  <a:t>7</a:t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SCOPE OF THE PROJECT</a:t>
            </a:r>
            <a:endParaRPr sz="2400" b="1" dirty="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212;p26">
            <a:extLst>
              <a:ext uri="{FF2B5EF4-FFF2-40B4-BE49-F238E27FC236}">
                <a16:creationId xmlns:a16="http://schemas.microsoft.com/office/drawing/2014/main" id="{06FDA599-D6E2-A240-73B4-AAC77D2F9282}"/>
              </a:ext>
            </a:extLst>
          </p:cNvPr>
          <p:cNvSpPr txBox="1">
            <a:spLocks/>
          </p:cNvSpPr>
          <p:nvPr/>
        </p:nvSpPr>
        <p:spPr>
          <a:xfrm>
            <a:off x="717176" y="795193"/>
            <a:ext cx="10716287" cy="5408383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24-10-2025</a:t>
            </a:r>
          </a:p>
        </p:txBody>
      </p:sp>
      <p:sp>
        <p:nvSpPr>
          <p:cNvPr id="129" name="Google Shape;12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FINAL REVIEW PRESENTATION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  <a:t>8</a:t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NOVELTY OF THE PROJECT</a:t>
            </a:r>
            <a:endParaRPr sz="2400" b="1" dirty="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212;p26">
            <a:extLst>
              <a:ext uri="{FF2B5EF4-FFF2-40B4-BE49-F238E27FC236}">
                <a16:creationId xmlns:a16="http://schemas.microsoft.com/office/drawing/2014/main" id="{06FDA599-D6E2-A240-73B4-AAC77D2F9282}"/>
              </a:ext>
            </a:extLst>
          </p:cNvPr>
          <p:cNvSpPr txBox="1">
            <a:spLocks/>
          </p:cNvSpPr>
          <p:nvPr/>
        </p:nvSpPr>
        <p:spPr>
          <a:xfrm>
            <a:off x="717176" y="795193"/>
            <a:ext cx="10716287" cy="5408383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26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800" b="1" dirty="0">
                <a:solidFill>
                  <a:srgbClr val="385623"/>
                </a:solidFill>
              </a:rPr>
              <a:t>24-10-2025</a:t>
            </a:r>
          </a:p>
        </p:txBody>
      </p:sp>
      <p:sp>
        <p:nvSpPr>
          <p:cNvPr id="137" name="Google Shape;13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FINAL REVIEW PRESENTATION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138" name="Google Shape;13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  <a:t>9</a:t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NEED FOR THE CURRENT STUDY 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547775" y="1013975"/>
            <a:ext cx="5352900" cy="553968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673AB7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Challenges with Traditional Systems</a:t>
            </a:r>
            <a:endParaRPr sz="2400" b="1" dirty="0">
              <a:solidFill>
                <a:srgbClr val="673AB7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177050" y="1013975"/>
            <a:ext cx="5352900" cy="892522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673AB7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AI-Powered Solution Benefits</a:t>
            </a:r>
            <a:endParaRPr sz="2400" b="1" dirty="0">
              <a:solidFill>
                <a:srgbClr val="673AB7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b="1" dirty="0">
              <a:solidFill>
                <a:srgbClr val="333333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200" b="1" dirty="0">
                <a:solidFill>
                  <a:srgbClr val="385623"/>
                </a:solidFill>
              </a:rPr>
              <a:t>24-10-2025</a:t>
            </a:r>
          </a:p>
        </p:txBody>
      </p:sp>
      <p:sp>
        <p:nvSpPr>
          <p:cNvPr id="156" name="Google Shape;1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/>
                </a:solidFill>
              </a:rPr>
              <a:t>FINAL REVIEW PRESENTATION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57" name="Google Shape;1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accent6"/>
                </a:solidFill>
              </a:rPr>
              <a:t>10</a:t>
            </a:fld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58" name="Google Shape;158;p20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PROPOSED METHODOLOGY ( Gantt Chart) 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385623"/>
                </a:solidFill>
              </a:rPr>
              <a:t>2</a:t>
            </a:r>
            <a:r>
              <a:rPr lang="en-US" sz="1200" b="1" dirty="0">
                <a:solidFill>
                  <a:srgbClr val="385623"/>
                </a:solidFill>
              </a:rPr>
              <a:t>4-10-2025</a:t>
            </a:r>
          </a:p>
        </p:txBody>
      </p:sp>
      <p:sp>
        <p:nvSpPr>
          <p:cNvPr id="178" name="Google Shape;1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/>
                </a:solidFill>
              </a:rPr>
              <a:t>FINAL REVIEW PRESENTATION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/>
              <a:t>11</a:t>
            </a:fld>
            <a:endParaRPr b="1" dirty="0"/>
          </a:p>
        </p:txBody>
      </p:sp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997525" y="201909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DESIGN(S) (HARDWARE / SOFTWARE ARCHITECTURE) 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24-10-2025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205" name="Google Shape;20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 b="1" dirty="0">
                <a:solidFill>
                  <a:srgbClr val="385623"/>
                </a:solidFill>
              </a:rPr>
              <a:t>FINAL REVIEW PRESENTATION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206" name="Google Shape;20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2400" b="1" dirty="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278;p33">
            <a:extLst>
              <a:ext uri="{FF2B5EF4-FFF2-40B4-BE49-F238E27FC236}">
                <a16:creationId xmlns:a16="http://schemas.microsoft.com/office/drawing/2014/main" id="{D5264230-A925-CBEE-6B2A-8C6AA506B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8873" y="795124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endParaRPr lang="en-IN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>
            <a:spLocks noGrp="1"/>
          </p:cNvSpPr>
          <p:nvPr>
            <p:ph type="body" idx="1"/>
          </p:nvPr>
        </p:nvSpPr>
        <p:spPr>
          <a:xfrm>
            <a:off x="838200" y="911514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400" b="1" dirty="0">
                <a:solidFill>
                  <a:srgbClr val="00B050"/>
                </a:solidFill>
              </a:rPr>
              <a:t>References (in IEEE Format)</a:t>
            </a:r>
          </a:p>
          <a:p>
            <a:r>
              <a:rPr lang="en-IN" sz="2400" b="1" dirty="0">
                <a:solidFill>
                  <a:srgbClr val="0070C0"/>
                </a:solidFill>
              </a:rPr>
              <a:t>Journal Papers</a:t>
            </a:r>
          </a:p>
          <a:p>
            <a:r>
              <a:rPr lang="en-IN" sz="2400" b="1" dirty="0">
                <a:solidFill>
                  <a:srgbClr val="0070C0"/>
                </a:solidFill>
              </a:rPr>
              <a:t>Books</a:t>
            </a:r>
          </a:p>
          <a:p>
            <a:r>
              <a:rPr lang="en-IN" sz="2400" b="1" dirty="0">
                <a:solidFill>
                  <a:srgbClr val="0070C0"/>
                </a:solidFill>
              </a:rPr>
              <a:t>Websites</a:t>
            </a:r>
          </a:p>
        </p:txBody>
      </p:sp>
      <p:sp>
        <p:nvSpPr>
          <p:cNvPr id="279" name="Google Shape;27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24-10-2025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280" name="Google Shape;28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/>
                </a:solidFill>
              </a:rPr>
              <a:t>FINAL REVIEW PRESENTATION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281" name="Google Shape;28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/>
              <a:t>13</a:t>
            </a:fld>
            <a:endParaRPr b="1" dirty="0"/>
          </a:p>
        </p:txBody>
      </p:sp>
      <p:sp>
        <p:nvSpPr>
          <p:cNvPr id="282" name="Google Shape;282;p33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b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1800" b="1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( Journal Papers/ Books / Website in IEEE Format )</a:t>
            </a:r>
            <a:endParaRPr sz="1800" b="1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2568</TotalTime>
  <Words>279</Words>
  <Application>Microsoft Office PowerPoint</Application>
  <PresentationFormat>Widescreen</PresentationFormat>
  <Paragraphs>102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MT</vt:lpstr>
      <vt:lpstr>Calibri</vt:lpstr>
      <vt:lpstr>Cambria</vt:lpstr>
      <vt:lpstr>Times New Roman</vt:lpstr>
      <vt:lpstr>Wingdings</vt:lpstr>
      <vt:lpstr>Office Theme</vt:lpstr>
      <vt:lpstr>Academic Year 2025 - 26  S7 PROJECT - I Final Review</vt:lpstr>
      <vt:lpstr>Problem and Solution</vt:lpstr>
      <vt:lpstr>AIM &amp; OBJECTIVES OF THE PROJECT  (Problem Statement)</vt:lpstr>
      <vt:lpstr>PROPOSED METHODOLOGY ( Flow Chart) </vt:lpstr>
      <vt:lpstr>LITERATURE SURVEY</vt:lpstr>
      <vt:lpstr>LITERATURE SURVEY</vt:lpstr>
      <vt:lpstr>SCOPE OF THE PROJECT</vt:lpstr>
      <vt:lpstr>NOVELTY OF THE PROJECT</vt:lpstr>
      <vt:lpstr>NEED FOR THE CURRENT STUDY </vt:lpstr>
      <vt:lpstr>PROPOSED METHODOLOGY ( Gantt Chart) </vt:lpstr>
      <vt:lpstr>DESIGN(S) (HARDWARE / SOFTWARE ARCHITECTURE) </vt:lpstr>
      <vt:lpstr>CONCLUSION</vt:lpstr>
      <vt:lpstr>REFERENCES ( Journal Papers/ Books / Website in IEEE Format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Year 2024 - 25  S5 MINI PROJECT - I Second Review </dc:title>
  <cp:lastModifiedBy>RITHIKESWARAN M</cp:lastModifiedBy>
  <cp:revision>52</cp:revision>
  <dcterms:modified xsi:type="dcterms:W3CDTF">2026-10-17T05:32:45Z</dcterms:modified>
</cp:coreProperties>
</file>